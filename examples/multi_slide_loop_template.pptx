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{{ report.title 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{{ report.date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{%slide for project in projects %}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{{ loop.index }} of {{ loop.length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365760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{{ project.name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C6E"/>
                </a:solidFill>
              </a:defRPr>
            </a:pPr>
            <a:r>
              <a:t>Status: {{ project.status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Lead: {{ project.lead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{{ project.summary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{{ loop.index }} of {{ loop.length 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8D2A"/>
                </a:solidFill>
              </a:defRPr>
            </a:pPr>
            <a: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6E"/>
                </a:solidFill>
              </a:defRPr>
            </a:pPr>
            <a:r>
              <a:t>{{ project.name }}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{{ project.description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{{ project.tags | join(", ")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{%slide endfor %}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1A3C6E"/>
                </a:solidFill>
              </a:defRPr>
            </a:pPr>
            <a:r>
              <a:t>{{ report.closing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